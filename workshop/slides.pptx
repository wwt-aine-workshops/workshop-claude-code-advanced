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4000-8000-00000000000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0000-0000-4000-8000-000000000001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0000-0000-4000-8000-000000000002}" type="slidenum">
              <a:rPr lang="en-US"/>
              <a:t>‹#›</a:t>
            </a:fld>
            <a:endParaRPr lang="en-US"/>
          </a:p>
        </p:txBody>
      </p:sp>
    </p:spTree>
    <p:extLst>
      <p:ext uri="{00000000-0000-4000-8000-000000000003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Hands 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labs on a real codebase, from your first question to automated review.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525512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1: Foundations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1: Onboard to a codebase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0:27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2: Explore, plan, code, commit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3: Give Claude a way to verify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4: Manage context and sessions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5: Extend Claude Code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6: Automate and scale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1:45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3: Best practices and wrap-up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59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(AINE) is WWT's discipline for integrating AI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6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and deliberately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every phase of the software development lifecycle — not a plugin bolted onto an existing tool, but a change to how software gets planned, designed, built, tested, secured, and operated, spanning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workflow, operating model, and services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006DC7"/>
          </a:solidFill>
          <a:ln/>
        </p:spPr>
      </p:sp>
      <p:sp>
        <p:nvSpPr>
          <p:cNvPr id="5" name="Shape 3"/>
          <p:cNvSpPr/>
          <p:nvPr/>
        </p:nvSpPr>
        <p:spPr>
          <a:xfrm>
            <a:off x="1341425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162FB4"/>
          </a:solidFill>
          <a:ln/>
        </p:spPr>
      </p:sp>
      <p:sp>
        <p:nvSpPr>
          <p:cNvPr id="6" name="Shape 4"/>
          <p:cNvSpPr/>
          <p:nvPr/>
        </p:nvSpPr>
        <p:spPr>
          <a:xfrm>
            <a:off x="195133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8212C4"/>
          </a:solidFill>
          <a:ln/>
        </p:spPr>
      </p:sp>
      <p:pic>
        <p:nvPicPr>
          <p:cNvPr id="7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four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99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SDLC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Requirements &amp; Design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Build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Test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Secure &amp; Release</a:t>
            </a:r>
            <a:endParaRPr lang="en-US" sz="2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Operate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8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pillars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Design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differently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deliberately combines "Secure" and "Release" — WWT treats security as inseparable from shipping, not a bolt-on step at the end.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TO AI-NATIVE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curve, not a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2497112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 of AI, but with little direction or only untracked trial efforts.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adoption; needs WWT guidance to define a path forward.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6702" y="2194560"/>
            <a:ext cx="2145182" cy="2497112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use AI coding tools inside their existing workflow.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59582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work; AI is a suggestion engine.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885" y="2194560"/>
            <a:ext cx="2145182" cy="2497112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 is formally adopted and wired into standard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4765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standard part of the toolchain; humans still direct each task.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7067" y="2194560"/>
            <a:ext cx="2145182" cy="2497112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0" name="Text 18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take on multi-step tasks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multi-step work; humans supervise and hold quality/security gates.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2250" y="2194560"/>
            <a:ext cx="2145182" cy="2497112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primary producer across the full SDLC.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513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set intent and verify outcomes; AI (multi-agent) produces.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65992"/>
            <a:ext cx="10058400" cy="88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most organizations are somewhere along — a team can sit at any stage while running any SDLC methodology.</a:t>
            </a:r>
            <a:endParaRPr lang="en-US" sz="1600" dirty="0"/>
          </a:p>
        </p:txBody>
      </p:sp>
      <p:pic>
        <p:nvPicPr>
          <p:cNvPr id="30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99CFF7">
                  <a:alpha val="28000"/>
                </a:srgbClr>
              </a:gs>
              <a:gs pos="60000">
                <a:srgbClr val="CBC0DA">
                  <a:alpha val="10000"/>
                </a:srgbClr>
              </a:gs>
              <a:gs pos="100000">
                <a:srgbClr val="FFFFFF"/>
              </a:gs>
            </a:gsLst>
            <a:path path="circle">
              <a:fillToRect l="50000" t="100000" r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31520" y="260604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162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plugin. A change to how software gets built.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8130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pic>
        <p:nvPicPr>
          <p:cNvPr id="6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work at Stages 2 and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9052"/>
                <a:gridCol w="1559052"/>
                <a:gridCol w="1559052"/>
                <a:gridCol w="1559052"/>
                <a:gridCol w="1559052"/>
                <a:gridCol w="15590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 &amp;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&amp; Release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AI-Assisted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draft a doc a human owns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summarizes and sketches options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 completion in the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generates test cases on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flags common vulnerabilities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diagnose incidents from logs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AI-Integrated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is standard for scoping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generate design options each review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codegen is wired in and expected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generation runs in CI per PR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 is a release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monitoring and alerting is standard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 Augmented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and scores plans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designs; architects approve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submit features; engineers merge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writes, runs and triages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reviews security; humans hold the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triages incidents; engineers approve fixes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AI-Native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prioritizes; human approves intent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turn intent into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build in parallel; humans verify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test and self-correct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own compliance and deploys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monitor and tune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context: read files, search, ask questions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action: edit code, run commands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result: run tests, check output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done, or until you step 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your real tools: shell, git, gh, test runner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07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Terminal, VS Code, JetBrains, desktop app, and the web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 behind every surface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CLAUDE.md, settings and MCP servers everywhere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work in the terminal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in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Shift+Tab cycles permission modes: Manual, accept edits, plan, auto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reads and answers; it changes nothing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stops Claude mid-task; your context stays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Esc or /rewind goes back to an earlier checkpoint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cover Claude's file edits, not shell commands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extension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it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CLAUDE.md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Always-on facts about your project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knowledge and workflows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that must run every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Subagents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in an isolated context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 external systems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Plugins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Bundling and sharing skills, subagents, hooks and MCP servers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the context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fills up fast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performs worse as it fills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read and command output uses space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good habits come from managing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starts here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Onboard to a codebase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workshop/labs/01-onboard.md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tour, then point at a file with @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"why" question that only git history can answer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/init, prune CLAUDE.md to 40 lines, check /context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CLAUDE.md committed, 40 lines or fewer, listed in /context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Explore, plan, code, commit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workshop/labs/02-explore-plan-code.md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plan mode, explore issue 1, plan, edit with Ctrl+G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implement with tests, check the browser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open a pull request that references #1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PR open for #1, tests pass, filter and History work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Give Claude a way to verify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02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workshop/labs/03-verify.md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A: failing test first, then fix issue 2 at the root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B: screenshot against the mockup to fix issue 3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set a /goal so Claude keeps going until checks pass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race test and existing suite pass, 800px screenshot matches mockup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Manage context and sessions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workshop/labs/04-context.md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vague prompt on purpose, then check the cost with /context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Rewind the detour, then re-ask with scope and a subagent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with a focus, then rename, clear and resume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you can name the N+1, and /context shrank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Extend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workshop/labs/05-extend.md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safe commands, then add a format hook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/fix-issue skill and fix issue 4 with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read-only security reviewer, then connect the database over MCP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settings, hook, skill and agent committed, issue 4 has a PR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6: Automate and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workshop/labs/06-automate.md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Search v2 PR twice and find the planted defects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Claude headless over every route file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 defect in a worktree, then review it fresh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2 of 3 defects, 15 endpoints, two sessions at once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practices on one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41148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prompt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give Claude a check it can run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Explore, plan, then code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files, constraints, examples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90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and after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CLAUDE.md, permissions, hooks, skills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and manage the session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Automate, and review with a fresh context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failure patterns, five labs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Kitchen sink session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/clear between unrelated tasks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Correcting over and over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two misses, /clear and re-prompt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Over-specified CLAUDE.md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Prune it, or make the rule a hook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 1,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Trust-then-verify gap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provide a check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Infinite exploration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it, or use a subagent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grid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9052"/>
                <a:gridCol w="1559052"/>
                <a:gridCol w="1559052"/>
                <a:gridCol w="1559052"/>
                <a:gridCol w="1559052"/>
                <a:gridCol w="15590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 &amp;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&amp; Release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AI-Assisted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 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AI-Integrated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 2)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(Labs 2, 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 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 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 Augmented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(Labs 3, 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today (Lab 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AI-Native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working through it. Make a new world happen.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0000000-0000-4000-8000-000000000006}">
      <thm15:themeFamily xmlns:thm15="http://schemas.microsoft.com/office/thememl/2012/main" name="Office Theme" id="{00000000-0000-4000-8000-000000000007}" vid="{00000000-0000-4000-8000-0000000000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World Wide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Code, Hands On</dc:title>
  <dc:subject>PptxGenJS Presentation</dc:subject>
  <dc:creator>WWT</dc:creator>
  <cp:lastModifiedBy>WWT</cp:lastModifiedBy>
  <cp:revision>1</cp:revision>
  <dcterms:created xsi:type="dcterms:W3CDTF">2026-10-01T00:00:00Z</dcterms:created>
  <dcterms:modified xsi:type="dcterms:W3CDTF">2026-10-01T00:00:00Z</dcterms:modified>
</cp:coreProperties>
</file>